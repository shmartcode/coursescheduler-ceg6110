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27F2-15BB-4793-B0B0-36CE57B80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D720B-D87D-994D-6930-40160865D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933D9-B976-C129-1E14-86281E5E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54A52-0C97-5BDC-73C0-D3E04405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B268-2F22-3A90-ED10-572BAD80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3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BEF5-900B-12C6-5233-DD07AAC8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04F6-7191-EED7-B8C5-74C5C8CE5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9063B-2028-FDBD-B297-D22D237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A12C1-0AB1-C382-3D72-E986BF22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AA59-859D-AEE6-EB3A-E5F4DBF6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5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1503-EC1B-A0CC-8951-13709BDF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868F5-088E-CEA9-4B04-8C37B1EFB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46DE-16F0-F0A3-1B16-B48A54CA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53B8-7C14-3019-D335-9FF468C1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D984-2377-DDB1-BBE2-620442C5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2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F1A5-EED3-C15F-23C9-19330635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10CA-A9B3-44BB-0739-298D5FF52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6F40-FB83-AC52-EDB5-2417157BE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F0B1B-EC3C-0E36-CFBB-6736AA1D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C77D9-EEAB-CDFE-7160-26E25C62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92809-1E2B-4E78-B59B-EABB85B9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9FAB-20BA-68E2-06AC-24D41FE3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A0E59-2228-108E-66D8-9038A7201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6E5C0-3940-BD44-3011-9AE1E4443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C05E1-82D9-5365-9C50-16F7C1815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62613-AA18-8C81-C6C6-04B2C56C0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032882-2711-AA4F-E2F1-4E13198B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DA73F-3566-9681-DE75-287D443E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98F3E-E224-9F88-C57C-4B96488A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5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6C3C-A813-62AA-E892-994ECB05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519FA-481A-981A-D1DD-A5F0BCE1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50AFF-77F7-1FD1-548F-335A9F9F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F65AB-EB24-3A90-F0CC-58731419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5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70AA4-3DBB-8578-0E2E-E3FB41D4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DCB43-0427-15A0-797A-D2D1A693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44F0C-F4EF-E602-4C5E-B14C629C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9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9094-EDB0-F3DB-84CC-68ED7383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DB25C-355A-C9A0-619D-697D6E4D2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178FE-01D1-1424-9754-9327C6942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E3582-DC2D-954F-CA14-09AEEC17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73447-33FB-55B2-93CA-FC683DC9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6EC49-9417-BD32-65E6-27CBFA49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6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BF2D-55D2-0254-604F-9C4FBB92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AD3CCD-CE8D-4B14-4F2F-823D94B1C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26407-7418-A006-40CC-4211C1687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21543-97FA-C31E-3275-A4BE1B6B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0BDBF-221B-57EF-9984-CC2E991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9BBED-4570-0C53-5EC3-E2DD728E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DD15-7884-F653-2DD7-35A2AA13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16CD5-ADA1-86CF-C5FD-99EF59966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6AD5E-CB6F-8123-D295-730AD7BF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DC65-4667-6B92-5822-9A09F3AD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7B92A-73C8-B6E1-288F-233C1565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3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8C0E52-F9EB-6D4D-6A63-E9FF7B3A7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529F6-60A0-B7BE-CB87-6331BA58C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537D7-41AA-52CE-7A18-5D9E523F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2866-0366-14E6-39FB-2C158B52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39B5D-10D8-0E7A-3718-A9F51DDE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E91C1-C461-4664-08FA-4C23067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6389D-C111-7BD5-7F9A-08BA181D9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FDDF3-2DCD-58A3-5D72-71DCFDC19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57592-AD98-4594-8666-AFCA10F42F41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208E-6AEB-A562-CA83-F506AEF6C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C9A81-FC5C-B593-6E3C-7DA7CA50A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C5A28-1039-4902-983D-32724643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9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D74C-B806-642C-1A80-F21DBA3C3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ProjectTitle</a:t>
            </a:r>
            <a:r>
              <a:rPr lang="en-US" dirty="0"/>
              <a:t>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08098-433B-68F6-C828-B1B41BFB3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TeamName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0807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596D-91C3-7C4B-DF74-A49DE6B9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44E2-CB55-0BDC-BC11-76E756F34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 (P) – 1 to 10, 1 being lowest.</a:t>
            </a:r>
          </a:p>
          <a:p>
            <a:r>
              <a:rPr lang="en-US" dirty="0"/>
              <a:t>Volatility (V) – 1 to 10, 1 being lowest.</a:t>
            </a:r>
          </a:p>
          <a:p>
            <a:r>
              <a:rPr lang="en-US" dirty="0"/>
              <a:t>Functional (F) – i.e. what should the system do.</a:t>
            </a:r>
          </a:p>
          <a:p>
            <a:r>
              <a:rPr lang="en-US" dirty="0"/>
              <a:t>Non-functional (NF) – i.e. how well does the system work. </a:t>
            </a:r>
          </a:p>
          <a:p>
            <a:r>
              <a:rPr lang="en-US" dirty="0"/>
              <a:t>Standalone (S) – i.e. does not depend on another requirement.</a:t>
            </a:r>
          </a:p>
          <a:p>
            <a:r>
              <a:rPr lang="en-US" dirty="0"/>
              <a:t>Dependent (D) – i.e. depends on another requirement. </a:t>
            </a:r>
          </a:p>
          <a:p>
            <a:r>
              <a:rPr lang="en-US" dirty="0"/>
              <a:t>Time (T) – measured in weeks. </a:t>
            </a:r>
          </a:p>
        </p:txBody>
      </p:sp>
    </p:spTree>
    <p:extLst>
      <p:ext uri="{BB962C8B-B14F-4D97-AF65-F5344CB8AC3E}">
        <p14:creationId xmlns:p14="http://schemas.microsoft.com/office/powerpoint/2010/main" val="115774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B212-0F81-53D5-4D82-45FB1776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Requirement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0DF9-51B0-7EF2-30A7-3B7AB2B66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student will be able to upload a comma separated CSV file representing their course schedule. If the schedule file follows the defined format and contains no conflicts, then the application will process it and generate a map showing all classes as color-coded pins on a campus map.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Format: </a:t>
            </a:r>
            <a:r>
              <a:rPr lang="en-US" sz="2400" dirty="0" err="1"/>
              <a:t>CourseAbbrv</a:t>
            </a:r>
            <a:r>
              <a:rPr lang="en-US" sz="2400" dirty="0"/>
              <a:t> (3-letter max), </a:t>
            </a:r>
            <a:r>
              <a:rPr lang="en-US" sz="2400" dirty="0" err="1"/>
              <a:t>CourseCode</a:t>
            </a:r>
            <a:r>
              <a:rPr lang="en-US" sz="2400" dirty="0"/>
              <a:t> (4-digit), Days([MTWRF], </a:t>
            </a:r>
            <a:r>
              <a:rPr lang="en-US" sz="2400" dirty="0" err="1"/>
              <a:t>StartTime-EndTime</a:t>
            </a:r>
            <a:r>
              <a:rPr lang="en-US" sz="2400" dirty="0"/>
              <a:t> (24H format), </a:t>
            </a:r>
            <a:r>
              <a:rPr lang="en-US" sz="2400" dirty="0" err="1"/>
              <a:t>BuildingCode</a:t>
            </a:r>
            <a:r>
              <a:rPr lang="en-US" sz="2400" dirty="0"/>
              <a:t> (letters), Room (</a:t>
            </a:r>
            <a:r>
              <a:rPr lang="en-US" sz="2400" dirty="0" err="1"/>
              <a:t>alphanum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b="1" dirty="0"/>
              <a:t>Example: </a:t>
            </a:r>
            <a:r>
              <a:rPr lang="en-US" sz="2400" dirty="0">
                <a:latin typeface="Consolas" panose="020B0609020204030204" pitchFamily="49" charset="0"/>
              </a:rPr>
              <a:t>CEG,4160,[TR],1100-1220,Russ,152C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4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D6CEB-F09C-E985-2209-DFA04776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96A0-AC2B-0A29-286A-BCE0606E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Requirement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2BAE4-57C0-C262-C181-4E46D999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Priority: 1</a:t>
            </a:r>
          </a:p>
          <a:p>
            <a:r>
              <a:rPr lang="en-US" dirty="0"/>
              <a:t>Volatility: 3</a:t>
            </a:r>
          </a:p>
          <a:p>
            <a:r>
              <a:rPr lang="en-US" dirty="0"/>
              <a:t>Functional or Non-functional: F</a:t>
            </a:r>
          </a:p>
          <a:p>
            <a:r>
              <a:rPr lang="en-US" dirty="0"/>
              <a:t>Standalone or Dependent: D as it depends on mapping API being complete.</a:t>
            </a:r>
          </a:p>
          <a:p>
            <a:r>
              <a:rPr lang="en-US" dirty="0"/>
              <a:t>T: 1-week</a:t>
            </a:r>
          </a:p>
          <a:p>
            <a:r>
              <a:rPr lang="en-US" dirty="0"/>
              <a:t>Developer: Jane</a:t>
            </a:r>
          </a:p>
          <a:p>
            <a:r>
              <a:rPr lang="en-US" dirty="0"/>
              <a:t>Tester: John</a:t>
            </a:r>
          </a:p>
        </p:txBody>
      </p:sp>
    </p:spTree>
    <p:extLst>
      <p:ext uri="{BB962C8B-B14F-4D97-AF65-F5344CB8AC3E}">
        <p14:creationId xmlns:p14="http://schemas.microsoft.com/office/powerpoint/2010/main" val="107309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DCC8-3077-E206-3DF6-4703E020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1E36-6A50-4582-ACE7-32CA2980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Requirement 1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B9B7-F0BB-F915-14CC-521AE82DD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empty file.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1 valid entry line.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1 invalid entry line (single error).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2 valid but time conflicting entry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2 valid and non time conflicting entry lines.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1 valid and 1 invalid (single error) time conflicting entry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Test with 1 valid and 1 invalid (single error) time non conflicting entry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Repeat 3, 6, and 7 with multiple errors. </a:t>
            </a:r>
          </a:p>
        </p:txBody>
      </p:sp>
    </p:spTree>
    <p:extLst>
      <p:ext uri="{BB962C8B-B14F-4D97-AF65-F5344CB8AC3E}">
        <p14:creationId xmlns:p14="http://schemas.microsoft.com/office/powerpoint/2010/main" val="162561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[ProjectTitle]</vt:lpstr>
      <vt:lpstr>Definitions </vt:lpstr>
      <vt:lpstr>Example Requirement 1</vt:lpstr>
      <vt:lpstr>Example Requirement 1</vt:lpstr>
      <vt:lpstr>Example Requirement 1 Test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Banerjee</dc:creator>
  <cp:lastModifiedBy>Sean Banerjee</cp:lastModifiedBy>
  <cp:revision>17</cp:revision>
  <dcterms:created xsi:type="dcterms:W3CDTF">2025-02-02T14:41:24Z</dcterms:created>
  <dcterms:modified xsi:type="dcterms:W3CDTF">2025-02-02T15:05:06Z</dcterms:modified>
</cp:coreProperties>
</file>